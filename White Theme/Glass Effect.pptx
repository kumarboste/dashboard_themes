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4DE"/>
    <a:srgbClr val="ED9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2BAC-AF42-88E9-8636-ECE0E5C5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4E7D0-2D98-B54D-197B-D8B231515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A6BA4-4440-57FE-FE24-48FDC591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58ECC-969E-C951-42E0-A439E486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D6BE7-EF1B-2CAD-63C0-779866D5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52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63F0-0BB7-2862-6CFF-57665D4C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07843-6B23-E7FF-0178-4ED013DD0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5267-6946-6E31-59B7-1C6172EC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2263F-4C6C-D89B-6140-754A2C85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11524-AAD9-21C7-9A50-DCC907A6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03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07DA-6D4A-9BAC-EEA6-5ACA8EA2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88B1B-F0E1-CBED-7694-A195A9135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865DA-ED7A-C78F-E86D-4986238E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0BAB2-E2D0-9493-2A9C-F49DFE53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193A1-D05C-F937-2FE4-D5E620B1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855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3EA2-815C-B307-3AFE-D536D162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BADF6-0043-893D-969D-279BCDA50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B0427-1262-3AA2-A8CB-C6C7C5FAB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91D6D-E681-EBED-DE80-8C59CAE8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FE2D3-617E-950D-EA5B-58FE7FE6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7F042-8B90-BAB2-3F35-E5F12B01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86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A42D-1398-96D7-DFBC-8A5BA2F6A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D43BC-EABA-A1D6-D9FC-302F427CB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D1438-072E-55FD-1D6C-151791D33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FBC72-E941-66BC-804A-6CD0BB77E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78728-7299-313C-6A95-98342A551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0C72A-0C1F-99FD-C71C-3332EB87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75F3E3-1175-01BF-E9BD-7E92A2EE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C586A-5D88-50B1-CA70-07272CCF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1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75F8-7CC7-9F5F-6B6A-282F4B08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AFC1B-CA07-F75C-1AC8-029A4B44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79D22-7C27-E35F-9446-CBDF6005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24AB5-6C93-FCA0-1FA7-46EA930F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7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6EF8F5-1176-1EB1-F351-78EEE94A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91585-D48D-F615-D01D-E853AEF8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B1014-8C9D-EB8C-63F5-85DD9AE3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14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C48F-2657-09A6-E3EC-A051979B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387B8-4708-C43F-0A18-D38CBDD68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82995-6E2B-EA60-6AA6-172956768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B4392-C93A-5391-E9BC-49271044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AE0F1-18EB-6911-C97A-92554546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002A8-7042-F1F1-5206-03086279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3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22A9-8FD8-3DFA-A53F-11D92F3F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FC2E1-384B-E232-5479-D9DCA7FED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AAC1B-1FBA-38EB-5203-0EA3434EE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72533-CD94-E61E-512F-AF745E31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72F0B-5D5D-D6D9-9BF7-CED05F5A2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F082A-749C-D899-F283-65F43001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68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4F84-92D7-D288-A47D-1800F85F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3B0EE-189F-76CD-D4BD-9D763427F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70DFB-F06B-0868-52F5-2CFEB5C1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91DC7-A99A-143C-B55A-0DA7CC29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F0616-06DF-ADA3-444B-26CDC438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2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58459-1AC8-CE7E-400F-1453B83F9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C094E-0ECB-4D18-851E-9584954C0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2059-57CE-E374-B947-FA7720F3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38016-1E2C-C77B-FE9B-16D5A595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27C48-3560-D809-04C5-E04E0E25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82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48ED7-7B60-4273-FB12-14133C33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40F34-B758-3005-9E12-9684871E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83561-D0C2-1D3B-4E49-16BAABB0A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238CD-1ED3-482C-B793-1D57323B4722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330D4-A867-FBDA-8FBA-3C4A63E77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90436-C4C3-708E-C54C-4A1F57B27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2C6E5-F422-4E1C-B324-D37B1E6D3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941872-0289-9B11-FD00-39ABF8B6D9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D9851">
                  <a:alpha val="24000"/>
                </a:srgbClr>
              </a:gs>
              <a:gs pos="100000">
                <a:srgbClr val="7030A0">
                  <a:alpha val="36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710778-6962-1567-D5DC-75CE0B3AFCB0}"/>
              </a:ext>
            </a:extLst>
          </p:cNvPr>
          <p:cNvSpPr/>
          <p:nvPr/>
        </p:nvSpPr>
        <p:spPr>
          <a:xfrm>
            <a:off x="174174" y="859963"/>
            <a:ext cx="3962396" cy="2855687"/>
          </a:xfrm>
          <a:prstGeom prst="roundRect">
            <a:avLst>
              <a:gd name="adj" fmla="val 3108"/>
            </a:avLst>
          </a:prstGeom>
          <a:solidFill>
            <a:schemeClr val="bg1">
              <a:alpha val="35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9000">
                  <a:schemeClr val="bg1"/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1AEB24-5F7C-4E5C-E159-B4A4425C3385}"/>
              </a:ext>
            </a:extLst>
          </p:cNvPr>
          <p:cNvSpPr/>
          <p:nvPr/>
        </p:nvSpPr>
        <p:spPr>
          <a:xfrm>
            <a:off x="174174" y="3844468"/>
            <a:ext cx="3962396" cy="2855687"/>
          </a:xfrm>
          <a:prstGeom prst="roundRect">
            <a:avLst>
              <a:gd name="adj" fmla="val 3108"/>
            </a:avLst>
          </a:prstGeom>
          <a:solidFill>
            <a:schemeClr val="bg1">
              <a:alpha val="35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9000">
                  <a:schemeClr val="bg1"/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97D46A-CEC8-A9D5-E4FA-70CE5E102537}"/>
              </a:ext>
            </a:extLst>
          </p:cNvPr>
          <p:cNvSpPr/>
          <p:nvPr/>
        </p:nvSpPr>
        <p:spPr>
          <a:xfrm>
            <a:off x="4281716" y="859963"/>
            <a:ext cx="3962396" cy="2855687"/>
          </a:xfrm>
          <a:prstGeom prst="roundRect">
            <a:avLst>
              <a:gd name="adj" fmla="val 3108"/>
            </a:avLst>
          </a:prstGeom>
          <a:solidFill>
            <a:schemeClr val="bg1">
              <a:alpha val="35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9000">
                  <a:schemeClr val="bg1"/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F8AB69-B642-0C3B-7D9A-91C2E8AF4DB9}"/>
              </a:ext>
            </a:extLst>
          </p:cNvPr>
          <p:cNvSpPr/>
          <p:nvPr/>
        </p:nvSpPr>
        <p:spPr>
          <a:xfrm>
            <a:off x="4281716" y="3844468"/>
            <a:ext cx="3962396" cy="2855687"/>
          </a:xfrm>
          <a:prstGeom prst="roundRect">
            <a:avLst>
              <a:gd name="adj" fmla="val 3108"/>
            </a:avLst>
          </a:prstGeom>
          <a:solidFill>
            <a:schemeClr val="bg1">
              <a:alpha val="35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9000">
                  <a:schemeClr val="bg1"/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EC310-C3A1-79C3-33F4-9031B9ED8DAD}"/>
              </a:ext>
            </a:extLst>
          </p:cNvPr>
          <p:cNvSpPr txBox="1"/>
          <p:nvPr/>
        </p:nvSpPr>
        <p:spPr>
          <a:xfrm>
            <a:off x="457200" y="275188"/>
            <a:ext cx="7649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CC4DE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 U N D  R A I S E  D A S H B O A R D</a:t>
            </a:r>
            <a:endParaRPr lang="en-IN" sz="3200" dirty="0">
              <a:solidFill>
                <a:srgbClr val="DCC4DE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03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2</cp:revision>
  <dcterms:created xsi:type="dcterms:W3CDTF">2025-10-10T15:42:07Z</dcterms:created>
  <dcterms:modified xsi:type="dcterms:W3CDTF">2025-10-10T15:46:21Z</dcterms:modified>
</cp:coreProperties>
</file>